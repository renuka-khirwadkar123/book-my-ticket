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🎬 BOOK-MY-TICKET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Hackathon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📌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face difficulty in booking movie seats efficiently, with lack of real-time availability and secure booking systems.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full-stack movie ticket booking platform with secure authentication and real-time seat booking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Registration &amp; Login</a:t>
            </a:r>
          </a:p>
          <a:p>
            <a:r>
              <a:t>• JWT Authentication</a:t>
            </a:r>
          </a:p>
          <a:p>
            <a:r>
              <a:t>• Seat Booking System</a:t>
            </a:r>
          </a:p>
          <a:p>
            <a:r>
              <a:t>• Duplicate Booking Prevention</a:t>
            </a:r>
          </a:p>
          <a:p>
            <a:r>
              <a:t>• Movie Listing (Mock Data)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🧱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Backend: Node.js, Express.js</a:t>
            </a:r>
          </a:p>
          <a:p>
            <a:r>
              <a:t>Database: PostgreSQL (Neon DB)</a:t>
            </a:r>
          </a:p>
          <a:p>
            <a:r>
              <a:t>Auth: JWT, bcrypt</a:t>
            </a:r>
          </a:p>
          <a:p>
            <a:r>
              <a:t>Frontend: HTML, CSS, JS</a:t>
            </a:r>
          </a:p>
          <a:p>
            <a:r>
              <a:t>Deployment: Vercel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→ Routes → Controllers → Middleware → Database (Neon PostgreSQL)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🗄️ Database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Neon PostgreSQL used for storing users, seats, and bookings with relational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🔐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Password hashing using bcrypt</a:t>
            </a:r>
          </a:p>
          <a:p>
            <a:r>
              <a:t>• JWT-based authentication</a:t>
            </a:r>
          </a:p>
          <a:p>
            <a:r>
              <a:t>• Middleware route protection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→ Login → Get Token → View Movies → Select Seat → Book Seat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📡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/auth/register</a:t>
            </a:r>
          </a:p>
          <a:p>
            <a:r>
              <a:t>/auth/login</a:t>
            </a:r>
          </a:p>
          <a:p>
            <a:r>
              <a:t>/movies</a:t>
            </a:r>
          </a:p>
          <a:p>
            <a:r>
              <a:t>/seats</a:t>
            </a:r>
          </a:p>
          <a:p>
            <a:r>
              <a:t>/bookings/:id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seat updates</a:t>
            </a:r>
          </a:p>
          <a:p>
            <a:r>
              <a:t>• Payment integration</a:t>
            </a:r>
          </a:p>
          <a:p>
            <a:r>
              <a:t>• Admin dashboard</a:t>
            </a:r>
          </a:p>
          <a:p>
            <a:r>
              <a:t>• Mobile app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